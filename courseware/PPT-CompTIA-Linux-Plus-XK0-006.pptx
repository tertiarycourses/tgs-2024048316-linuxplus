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comptia-linux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502920"/>
            <a:ext cx="1647568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102E"/>
                </a:solidFill>
                <a:latin typeface="Arial"/>
              </a:rPr>
              <a:t>COURSE SLIDES  ·  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CompTIA Certified Linux+ Training (XK0-006)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434840"/>
            <a:ext cx="219456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WSQ Course Code: TGS-2024048316  ·  CompTIA Linux+ XK0-006 V8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 ·  Version 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Linux / cloud / DevOps &amp; cybersecurity — hands-on Linux systems administration.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Linux, cloud administration, DevOps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current experience with Linux (beginner → advanced).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Which of the five exam domains matters most to your day job, and your exam timeline.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 every lab yourself on Killercoda.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LMS / TMS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Access your course materials, attendance and assessment on the LMS/TMS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Portal: https://lms-tms.tertiaryinfotech.com/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Download the slides and Learner Guide for reference during the open-book assessment.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System &amp; User Management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1: System Management, 23% (Labs 1–7)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2: Services &amp; User Management, 20% (Labs 8–13)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9:00am–6:00pm · 1-hour lunch · tea within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Security, Automation &amp; Troubleshooting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3: Security, 18% (Labs 14–19)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4: Automation &amp; Scripting, 17% (Labs 20–24)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Domain 5: Troubleshooting, 22% (Labs 25–30)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Final Assessment (WA + PP) from 4:00pm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Boot &amp; FHS, kernel modules, LVM storage, networking, shell, backup, virtualization.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Services &amp; User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Files, accounts, processes, packages, systemd services, containers.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AAA/sudo/PAM, firewalls, OS &amp; account hardening, cryptography, compliance &amp; 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 &amp; Scripting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Ansible IaC, Bash, Python, Git version control, responsible AI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Troubleshooting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Monitoring, and storage / network / security / performance triage.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 — aligned to the slides.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Practical Performance (PP) — hands-on Linux tasks, 1 hour, open book — aligned to the labs.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digital attendance — scan the SSG QR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Linux Fundamentals for Administrators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Linux?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Open-source OS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free, open-source operating system kernel plus GNU userland, powering most servers and clouds.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Distributions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Debian/Ubuntu (apt/dpkg) and RHEL/Rocky/Fedora (dnf/rpm) package the kernel differently.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Many ways to manage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shell (bash), config files under /etc, systemd, and automation with Ansible/Bash/Python.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Linux+ role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Configure, manage, secure, automate and troubleshoot Linux servers.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Linux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Kernel &amp; FHS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Kernel + initramfs boot userspace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FHS: /etc /var /usr /home …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Everything is a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Distributions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Debian/Ubuntu — apt/dpkg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RHEL/Rocky/Fedora — dnf/rpm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Same kernel, different tooling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Architectures &amp; licensing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x86_64, ARM64 (AArch64), RISC-V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Free / open-source vs proprietary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Copyleft (GPL) licensing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On Linux, everything is a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Files, directories, devices, sockets and processes are all reachable through the filesystem — master the shell and you master the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Ways to Work on Linux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Interactive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shell (bash)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Interactive commands + pipes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Fast and scriptable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Text editors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vi/vim and nano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Edit config files in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Scripting &amp; automation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Bash and Python scripts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Ansible for Infrastructure as Code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Containers &amp; services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systemd manages services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Docker/Podman run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 — Killercoda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Every lab runs free in the browser on the Killercoda Ubuntu Playground: https://killercoda.com/playgrounds/scenario/ubuntu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disposable Ubuntu VM — install packages, break things and reset with no risk.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Type the commands yourself; muscle memory is what the exam tests.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Reset the playground between labs that change kernel, firewall or systemd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System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1.1–1.7  ·  23% of the exam  ·  Labs 1–7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System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boot chain: firmware/UEFI → GRUB2 → kernel + initramfs → systemd; the FHS defines where files live.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Storage stacks up: partitions → LVM (PV → VG → LV) → filesystem (ext4/xfs/btrfs), mounted via /etc/fstab.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network stack is read top-down: NetworkManager/Netplan config → ip/ss → DNS resolution → diagnostics.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Shell operations (redirection, pipes, text tools), backup (tar/rsync/dd) and virtualization (QEMU/KVM) round out the domain.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System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Boot Process &amp; Filesystem Hierarchy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Kernel Modules &amp; Device Management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Storage with LVM, Partitions &amp; Filesystems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Network Configuration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Shell Operations &amp; Text Processing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Backup &amp; Restore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Virtualization with QEMU/KVM &amp; libvirt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Inspect a running Linux system's boot configuration, kernel command line, initramfs, and the standard Filesystem Hierarchy to understand how GRUB hands off to the kernel and where FHS directories live.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Identify the distro and kernel, inspect GRUB, the kernel cmdline, and initramfs, then tour the FHS and boot-related directories.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/etc/os-release, GRUB2, /proc/cmdline, initramfs, lsinitramfs, FHS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Identify distribution and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/etc/os-release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GRUB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/etc/default/grub 2&gt;/dev/null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the kernel command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/proc/cmdline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Explore the initramfs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/boot/initrd* 2&gt;/dev/null || echo "no initrd image present"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Tour the Filesystem Hierarchy (FHS)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for d in /bin /boot /dev /etc /home /lib /proc /sbin /sys /tmp /usr /var /run /opt /srv;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Boot Process &amp; Filesystem Hierar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Walk through key boot-related dirs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/etc/systemd/system/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Boot Process &amp; Filesystem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identify the running distro/kernel/arch and explain how GRUB, the kernel cmdline, and initramfs bring up userspace.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List, inspect, load, and unload kernel modules and use the standard hardware-enumeration tools to understand modprobe vs insmod, module dependencies, and reading dmesg.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discovery tools, inspect and load/unload a module, examine module dependencies, read the kernel ring buffer, and enumerate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lsmod, modinfo, modprobe, insmod/rmmod, depmod, dmesg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hardware inspection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update -qq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List loaded modules and inspect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lsmod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Load and unload a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modprobe dummy 2&gt;&amp;1 || modprobe loop 2&gt;&amp;1 || echo "module load blocked"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Module dependencies and depmod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/lib/modules/$(uname -r)/modules.dep 2&gt;/dev/null | head 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Read the kernel ring buffer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dmesg | tail -20 2&gt;/dev/null || journalctl -k --no-pager | tail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Enumerate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lscpu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Kernel Modules &amp; Device Manageme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initramfs builders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which dracut 2&gt;/dev/null || echo "dracut on RHEL/Fedora/SUSE"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Kernel Modules &amp; Device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pick the right ls* tool for a hardware question and explain insmod vs modprobe vs depmod.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Build a complete LVM stack on loopback-backed disks, format with ext4/xfs/btrfs, mount with hardening options, persist in fstab, and grow a filesystem online.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loopback disks, partition, build PVs/VG/LVs, make filesystems, mount with hardening options into fstab, then extend an LV and its filesystem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losetup, parted/GPT, pvcreate/vgcreate/lvcreate, mkfs.ext4/xfs/btrfs, blkid/UUID, /etc/fstab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tooling and create loopback disks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lvm2 xfsprogs btrfs-progs parted util-linux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Partition the first loopback disk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LOOP1=$(losetup -j /lab/disks/disk1.img | cut -d: -f1)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PVs, a VG, and LVs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LOOP2=$(losetup -j /lab/disks/disk2.img | cut -d: -f1)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Make filesystems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mkfs.ext4  -F /dev/labvg/lv_ext4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Mount with hardening options and persist in fstab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/mnt/ext4 /mnt/xfs /mnt/btrfs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Storage with LVM, Partitions &amp;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Grow a logical volume and its filesystem online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lvextend -L +100M /dev/labvg/lv_ext4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Storage with LVM, Partitions &amp; Filesystems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go from raw block device to a mounted, UUID-referenced, online-expandable filesystem; note XFS grows but cannot shrink.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Inspect interfaces, addresses, and routes with ip; walk the name-resolution stack; validate a netplan YAML; and use the standard diagnostic toolbox to read a Linux network stack top-to-bottom.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network tools, inspect interfaces/routes, walk the resolution stack, run DNS diagnostics, validate netplan, check sockets/connectivity, and capture packets/scan 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ip -br link/address/route, /etc/nsswitch.conf, /etc/resolv.conf, getent, dig/nslookup, netplan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update -qq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Interfaces, addresses, routes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 -br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Name resolution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cat /etc/hosts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DNS diagnostics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dig +short killercoda.com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NetworkManager and netplan syntax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nmcli device status 2&gt;&amp;1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Sockets and connectivity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ss -tulnp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Packet capture and port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timeout 3 tcpdump -i any -nn -c 5 'icmp or port 53' 2&gt;&amp;1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Network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read the resolution path (nsswitch -&gt; hosts/resolv.conf -&gt; DNS) and pick the right diagnostic: ss, dig/getent, tcpdump, nmap.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Work with shell environment variables, login vs interactive startup files, every common redirection form, and the classic text-processing pipeline to assemble non-trivial one-liners.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Explore env vars and PATH, paths and startup files, all redirection operators, then grep/cut/sort/uniq, sed/awk, tr/xargs, and scripted editors.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export/env/unset, login vs interactive shells, redirection &gt; &gt;&gt; &lt; &lt;&lt; &lt;&lt;&lt; | tee, grep/cut/sort/uniq/wc, sed/awk, tr/xargs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Environment variables and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"USER=$USER  HOME=$HOME  SHELL=$SHELL"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Absolute vs relative paths and startup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/tmp/lab5 &amp;&amp; cd /tmp/lab5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Redirection operators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"first line"  &gt; out.txt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grep, cut, sort, uniq, wc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/etc/passwd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sed and awk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sed -n '1,5p' 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head, tail, tr, xargs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head -3 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Shell Operations &amp; Text Processi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Editors: nano and vim, scripted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vim nano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Shell Operations &amp; Text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compose grep/awk/sed/cut/sort/uniq/tr/xargs into ad-hoc pipelines and know which startup file each shell type sources.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Create tar/cpio/dd archives with gzip/bzip2/xz compression, image and recover disks with dd and ddrescue, mirror trees with rsync, and verify integrity with sha256sum.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Make sample data, archive with tar and cpio, dd a disk image, recover a damaged one with ddrescue, mirror with rsync --delete, then verify checksums and read compressed files in place.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tar (czf/xzf/tzf), cpio, dd, ddrescue, rsync --delete, sha256sum -c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tooling and create sample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tar cpio gzip bzip2 xz-utils rsync gddrescue coreutils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tar with gzip, bzip2, and xz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cpio (the older archiver)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dd a disk image to a loopback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ddrescue from a damaged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rsync local-to-local with delete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/lab6/mirror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Backup &amp; Restore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Integrity and reading compressed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choose tar/cpio/dd/ddrescue/rsync appropriately and know sha256sum -c and rsync trailing-slash/--delete semantics.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01 · OBJ 1.7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Install QEMU and libvirt, manipulate virtual disk images with qemu-img, list libvirt domains/networks with virsh, and boot a tiny guest under QEMU to discuss hypervisors, image formats, snapshots, and network modes.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QEMU/libvirt, create and inspect disk images, convert/resize them, take qcow2 snapshots, list libvirt domains/networks, boot a guest under TCG, and review the three network modes.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QEMU vs KVM, /dev/kvm vs TCG, qemu-img (qcow2/raw), qemu-img convert/resize, qcow2 snapshots, virsh list/net-list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QEMU and libvirt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apt-get install -y qemu-system-x86 qemu-utils libvirt-clients libvirt-daemon-system brid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and inspect disk 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/lab7 &amp;&amp; cd /lab7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Convert and resize 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Snapshots inside a qcow2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libvirt: domains and networks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start libvirtd 2&gt;/dev/null || service libvirtd start 2&gt;/dev/null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Boot a minimal guest under QEMU (TCG fallback)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/lab7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Virtualization with QEMU/KVM &amp;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Discuss network modes (concept)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Bridged   : guest is a peer on the LAN with its own DHCP 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Virtualization with QEMU/KVM &amp; libvirt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 can distinguish QEMU (emulator) from KVM (accelerator), qcow2 from raw, internal vs libvirt snapshots, and the three guest network modes.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System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1: Boot Process &amp; Filesystem Hierarchy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2: Kernel Modules &amp; Device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3: Storage with LVM, Partitions &amp; Filesystems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4: Network Configuration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5: Shell Operations &amp; Text Processing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6: Backup &amp; Restore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7: Virtualization with QEMU/KVM &amp; libvirt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Services and User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2.1–2.6  ·  20% of the exam  ·  Labs 8–13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Services and User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Everything is a file: manage files/links/devices, and local accounts via /etc/passwd, /etc/shadow and /etc/group.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Processes have states, priorities and signals; jobs are scheduled with at, cron and anacron.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Software is installed with apt/dpkg and dnf/rpm, plus language (pip/npm/cargo) and sandboxed (snap/flatpak) managers.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systemd manages services, timers, mounts and targets; containers (Docker/Podman) package and isolate applications.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Services and User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8–9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File &amp; Directory Management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Local Account &amp; Group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10–11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Processes, Jobs &amp; Scheduling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Software &amp; Package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12–13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Management with systemd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Containers with Docker &amp; Podman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Practice core file and directory operations: navigating, creating, copying, searching, linking, and inspecting special device files with standard Linux utilities.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lab tree, then copy, find, link, diff, and inspect files and /dev device nodes.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ls -la / stat / file, find predicates (-name, -mtime, -size), locate &amp; updatedb, lsof, diff &amp; sdiff, hard vs symbolic links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Navigate and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Create, copy, move, touch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touch src/file1.txt src/file2.log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Find files by name, time, and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if=/dev/zero of=src/big.bin bs=1M count=5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locate and lsof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-y &amp;&amp; apt install -y mlocate lsof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diff and sdiff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-e "alpha\nbravo\ncharlie" &gt; a.txt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Hard links vs symbolic links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"original" &gt; target.txt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File &amp; Directory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Device files in /dev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-l /dev/sda /dev/null /dev/tty1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File &amp; Directory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ls -li confirms hardlink shares the target's inode while the symlink breaks after the target is removed.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Create and manage local users and groups, set passwords and aging policies, change shells, and distinguish user, system, and service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users/groups, set passwords and aging, inspect identity databases, then remove the accounts.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/etc/passwd, /etc/shadow, /etc/group, /etc/skel, useradd / adduser / usermod -aG, chpasswd, passwd -S, chage, chsh, getent, id, UID&gt;=1000 user vs UID&lt;1000 system vs service (-r), userdel -r / groupdel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account databases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head -5 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users and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groupadd developers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Passwords and aging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"alice:Passw0rd!" | chpasswd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Change shell and identify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chsh -s /bin/sh bob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User vs system vs service accounts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awk -F: '$3 &gt;= 1000 &amp;&amp; $3 &lt; 65534 {print "USER  ", $1, $3}' /etc/passwd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Login history and active 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last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Local Account &amp; Group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Remove users and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userdel -r bob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Local Account &amp; Group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getent passwd bob returns nothing after userdel -r, confirming the account and home directory are gone.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Inspect processes, manipulate shell jobs, adjust priorities, send signals, and schedule tasks with at, cron, and anacron.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Examine processes via ps/proc/strace, control background jobs, renice, signal, and schedule jobs.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ps auxf / pstree / pidstat / mpstat, /proc/&lt;PID&gt; and lsof -p, process states (R,S,D,Z,T) &amp; strace, jobs: &amp;, Ctrl+Z, bg, fg, nohup, disown, nice / renice priority, kill / pkill / killall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running processes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auxf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Explore /proc and lsof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sleep 600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Process states and strace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ps -o pid,stat,cmd -p $SPID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Background, foreground, jobs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sleep 300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Priority with nice and renice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nice -n 10 sleep 200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Signals: kill, pkill, killall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sleep 1000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Processes, Jobs &amp;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Scheduling with at and cron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service atd start 2&gt;/dev/null || systemctl start atd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Processes, Jobs &amp;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atq lists the queued at job and crontab -l shows the recurring entry, confirming both schedulers accepted the tasks.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Manage Debian packages with apt/dpkg, add a signed third-party repo, run dnf/rpm in a container, and use language and sandboxed package managers.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Install/remove apt packages, add a GPG-signed repo, demo dnf/rpm, then pip/npm/cargo and snap/flatpak.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apt update/install/remove/purge/autoremove, apt-cache policy, dpkg -l / -L, signed-by GPG keyrings, dnf / rpm -q / rpm -V, pip, npm -g, cargo, update-alternatives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apt basics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Add a third-party repo with GPG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curl gnupg lsb-release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Remove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remove -y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RPM world inside a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docker.io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Language-specific package managers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python3-pip nodejs npm cargo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update-alternatives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update-alternatives --display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Software &amp; Package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Sandboxed package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which snap &amp;&amp; snap list 2&gt;/dev/null || echo "snap not preinstalled on this image"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Software &amp; Package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apt-cache policy terraform shows a candidate from the signed HashiCorp repo, confirming the GPG-verified source is trusted.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Inspect and control systemd units, author custom service/timer/mount units, analyze boot performance, and configure host/time/DNS via systemd helpers.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Manage nginx, write a service + timer + mount unit, analyze boot time, and set hostname/timezone/DNS.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systemctl list-units / list-unit-files / --failed, start/stop/restart/reload, enable/disable, mask/unmask, custom .service (Type=oneshot) + daemon-reload, .timer units (OnUnitActiveSec), .mount units, systemd-analyze blame / critical-chain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List and inspect units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list-units --type=service | head 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Control nginx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-y &amp;&amp; apt install -y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Author a custom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"lab-hello fired at $(date)" &gt;&gt; /var/log/lab-hello.log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Add a timer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[Unit]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Mount unit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/mnt/labdata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Boot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systemd-analyze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Service Management with systemd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Host, time, and DNS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hostnamectl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 Management with systemd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systemctl list-timers shows lab-hello.timer scheduled and journalctl -u lab-hello records each firing, confirming the custom units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02 · OBJ 2.6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Install Docker and Podman, pull/run images, manage volumes and networks, build an image from a Dockerfile, and contrast rootful vs rootless engines.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and inspect nginx containers, bind-mount volumes, build an image, wire a user-defined network, and try rootless Podman.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docker.io vs podman (daemonless/rootless), docker pull/run -d -p --name, docker ps, logs / exec -it / inspect / stats, bind-mount volumes (-v host:container:ro), Dockerfile: FROM/RUN/COPY/USER/ENTRYPOINT/CMD, docker network create (built-in DNS)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Docker and Podman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-y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Pull and run a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pull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Inspect, exec,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logs web |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Volumes for persistent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Build a tiny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/tmp/hello &amp;&amp; cd /tmp/hello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Networks and port mapping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network create labnet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Containers with Docker &amp; Podman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Rootless Podman and privileged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podman run --rm alpine echo "hello from podman"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Containers with Docker &amp; Podman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curl against the published ports returns 200 and the alpine container reaches http://api by name, confirming containers, volumes, and the user-defined network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Services and User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8: File &amp; Directory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9: Local Account &amp; Group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10: Processes, Jobs &amp; Scheduling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11: Software &amp; Package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12: Service Management with systemd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13: Containers with Docker &amp; Podman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See you tomorrow — 9:00 AM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3.1–3.6  ·  18% of the exam  ·  Labs 14–19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AAA: authenticate (PAM/SSSD), authorize (sudo, Polkit) and account (journald, auditd) for every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Firewalls filter at every layer — ufw → firewalld → nftables/iptables — with stateful inspection and NAT.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OS &amp; account hardening: permissions/ACLs, SELinux, SSH hardening, fail2ban, password policy and MFA.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Cryptography (GPG, LUKS2, OpenSSL, WireGuard) and compliance/audit (AIDE, rkhunter, OpenSCAP, CIS) protect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14–15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AAA: sudo, PAM, and Polkit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Firewalls: ufw, firewalld, iptables, nftables, ipset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16–17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OS Hardening: Permissions, SELinux, SSH, Fail2ban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Account Hardening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18–19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Cryptography: GPG, LUKS, OpenSSL, WireGuard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Compliance, Auditing, and File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Configure sudo authorization, inspect PAM authentication stacks, and enable auditd accounting to record security events. Finish with a conceptual look at centralized identity via LDAP, Kerberos, and SSSD.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sudo, grant a user privileges, inspect PAM, read auth logs, and enable auditd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sudo / visudo / sudoers.d, PAM stacks (auth, account, session), auditctl / ausearch, journalctl / rsyslog / logrotate, pkexec (Polkit), SSSD / LDAP / Kerberos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sudo and create a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sudo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Grant sudo via group and drop-in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usermod -aG sudo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Switch identity with sudo and 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su - alice -c 'sudo -n systemctl status ssh || true'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PAM stacks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ls /etc/pam.d/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Read auth logs via journald and rsyslog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rsyslog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Enable auditd and watch /etc/passwd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auditd audispd-plugins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AAA: sudo, PAM, and Polkit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Persistent audit rules and Polkit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-w /etc/passwd -p wa -k passwd_changes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AAA: sudo, PAM, and Polkit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ausearch -k passwd_changes returns the recorded write event, confirming accounting is 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Configure firewalls at every layer of the Linux netfilter stack, from the ufw wrapper down to iptables and nftables, and understand stateful inspection. Explore zones, rich rules, ipset, and SNAT/DNAT.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Configure ufw, firewalld zones, nftables, ipset, NAT rules, and a stateful conntrack pattern.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ufw allow/deny/enable, firewalld zones and rich rules, iptables / nftables chains, ipset hash:ip, SNAT / DNAT / MASQUERADE, conntrack states (NEW/ESTABLISHED/RELATED)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and configure ufw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ufw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Explore iptables backing ufw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-L -n -v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firewalld zones and rich rules in Rocky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docker.io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nftables: table, chain, and a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nftables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ipset for high-performance IP lists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ipset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SNAT vs DNAT and masquerade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sysctl -w net.ipv4.ip_forward=1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Firewalls: ufw, firewalld, iptab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Stateful inspection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iptables -A INPUT -m conntrack --ctstate ESTABLISHED,RELATED -j ACCEPT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Firewalls: ufw, firewalld, iptables, nftables, ipset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ufw status and nft list ruleset show the loaded rules; conntrack states drive stateful acceptance.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Apply layered OS hardening from file permissions and immutability through SELinux labeling, then harden OpenSSH and add brute-force protection. Inventory SUID binaries and legacy cleartext services.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special permission bits, ACLs, and immutability, demo SELinux, harden SSH, and run fail2ban.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chmod setuid/setgid/sticky bit, umask / chattr immutability, POSIX ACLs (setfacl/getfacl), SELinux chcon/restorecon/audit2allow, OpenSSH hardening (PermitRootLogin), fail2ban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chmod, chown, special bits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-m alice 2&gt;/dev/null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umask, chattr, lsattr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umask 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POSIX ACLs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acl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SELinux demo inside Rocky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docker.io &amp;&amp; systemctl start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Harden OpenSSH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fail2ban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fail2ban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OS Hardening: Permissions, SELin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Hunt SUID binaries and review legacy 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find / -perm -4000 -type f 2&gt;/dev/null | head -n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OS Hardening: Permissions, SELinux, SSH, Fail2ban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fail2ban-client status sshd shows the active jail and sshd -t confirms the hardened config is valid.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Harden user accounts through password quality and aging policies, brute-force lockouts, and restricted or non-interactive shells. Explore TOTP MFA and Have I Been Pwned k-anonymity lookups.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Tune login.defs, enforce pwquality, set aging with chage, add pam_faillock, and lock down shells.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/etc/login.defs (PASS_MAX_DAYS), pam_pwquality / pwscore, chage aging, passwd -l/-u, pam_faillock lockout, nologin / rbash restricted shells, Google Authenticator TOTP MFA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login.defs and a test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libpam-pwquality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Password quality with pwquality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minlen =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Password aging and lock/unlock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chage -M 90 -m 1 -W 7 alice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pam_faillock lockout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deny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Service accounts with nologin and rbash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-r -s /usr/sbin/nologin svcacct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MFA with Google Authenticator (walkthrough)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libpam-google-authenticator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Account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Pwned Passwords k-anonymity lookup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Account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chage -l alice and passwd -S alice confirm aging and lock state; the HIBP query flags breached passwords.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Practice core Linux cryptography: GPG key generation and signing, LUKS2 disk encryption, OpenSSL certificates, hashing and HMAC, and WireGuard keys. Learn to identify weak TLS versions and ciphers.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Generate GPG keys, encrypt/sign, build a LUKS2 volume, create an OpenSSL cert, and make WireGuard keys.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GPG batch key generation, encrypt/sign, LUKS2 (cryptsetup, loopback), OpenSSL genrsa / req -x509, hashing vs HMAC, WireGuard Curve25519 keys, TLS version/cipher inspection (s_client)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GPG key generation in batch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gnupg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Encrypt, decrypt, and detached-sign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"top secret payload" &gt; /tmp/msg.txt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LUKS2 on a loopback 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cryptsetup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OpenSSL keys and self-signed certificate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openssl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Hashing and HMAC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sha256sum /tmp/msg.txt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WireGuard key pair and sample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wireguard-tools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Cryptography: GPG, LUKS, OpenSSL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TLS version and cipher inspection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| openssl s_client -connect example.com:443 -tls1_2 2&gt;/dev/null \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Cryptography: GPG, LUKS, OpenSSL, WireGuard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gpg --verify confirms the signature and gpg -d recovers plaintext; the LUKS volume mounts only with the passphrase.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03 · OBJ 3.6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Establish file-integrity monitoring and run compliance and audit tooling to detect tampering, rootkits, and misconfigurations. Cover secure deletion, login banners, and OpenSCAP/CIS benchmarks.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files with AIDE, scan with rkhunter/lynis/nmap, verify packages, and set banners.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AIDE file-integrity baseline, rkhunter rootkit scan, debsums / rpm -V package verification, lynis system audit, nmap -sV service detection, shred secure deletion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AIDE baseline and tamper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aide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Rootkit hunting with rkhunter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rkhunter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Package verification: debsums and rpm -V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debsums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System audit with lynis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lynis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nmap service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nmap openssh-server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Secure deletion and wipe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"very sensitive" &gt; /tmp/secret.txt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Compliance, Auditing, and File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Banners and OpenSCAP / CIS pointers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"Authorized use only. Activity is monitored." &gt; /etc/issue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Compliance, Auditing, and File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aide --check flags the tampered /etc/hostname, proving the integrity baseline detects unauthorized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14: AAA: sudo, PAM, and Polkit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15: Firewalls: ufw, firewalld, iptables, nftables, ipset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16: OS Hardening: Permissions, SELinux, SSH, Fail2ban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17: Account Hardening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18: Cryptography: GPG, LUKS, OpenSSL, WireGuard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19: Compliance, Auditing, and File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Automation, Orchestration, and Scripting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4.1–4.5  ·  17% of the exam  ·  Labs 20–24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17%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Automation, Orchestration, and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Infrastructure as Code (Ansible, Puppet, OpenTofu) makes configuration repeatable and idempotent.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Bash scripting automates tasks with variables, conditionals, loops, functions and shellcheck-clean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Python (venv, modules, PEP 8) extends automation beyond the shell; Git version-controls all of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assistants are used responsibly: verify-before-paste, redact secrets, and follow a corporate AI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Automation, Orchestration, and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20–21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Infrastructure as Code with Ansible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Bash Scripting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22–23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Python for System Administration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 Version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Responsible AI Use for Linux Administrators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Learn Infrastructure as Code using Ansible as the primary agentless configuration management tool, and recognize the wider IaC ecosystem (Puppet, OpenTofu, cloud-init, Kubernetes ConfigMaps). Build an idempotent playbook that deploys and configures nginx.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Ansible, write an inventory, run ad-hoc commands, and author an idempotent playbook with variables, templates, and handlers.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Ansible, inventory, playbook, idempotency, handlers/templates, ansible-galaxy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Ansible and prepare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inventory pointing at localhost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[web]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Run ad-hoc commands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/root/lab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Write a playbook with variable, template, and handler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- name: Deploy a simple nginx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a Galaxy collection and peek at other IaC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ansible-galaxy collection install community.general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Infrastructure as Code with Ansi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GitOps, cloud-init, and Kubernetes ConfigMap samples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package_update: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Infrastructure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Idempotent playbooks converge state without unnecessary restarts; Ansible, Puppet, OpenTofu, cloud-init, and ConfigMaps each occupy a distinct IaC niche.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Practice core Bash scripting constructs (variables, conditionals, loops, functions, option parsing, regex, file tests) and assemble a defensive backup script, then audit it with shellcheck.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Write a series of Bash scripts exercising each language feature, build a real /etc backup script, and lint everything with shellcheck.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shebang, parameter expansion, arrays, test operators [[ ]], getopts, 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Set up a scripts directory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/root/scripts &amp;&amp; cd /root/scripts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Variables, command substitution, parameter expansion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name="Linux+"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Conditionals, case, and test operators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num=${1:-0}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Loops, functions, and exit codes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log() { echo "[$(date +%T)] $*";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getopts and IFS-based CSV parsing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verbose=0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Build a real backup 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Bash Scripting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Lint with shellcheck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shellcheck /root/scripts/*.sh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Bash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robust script uses set -euo pipefail, quotes variables, and passes shellcheck cleanly.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Use Python for common Linux admin tasks: create a virtual environment, exercise core data types, walk the filesystem, parse JSON, call a REST API with requests, and enforce PEP 8 with black and flake8.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Set up a venv, write scripts covering data types, os.walk, JSON parsing, and HTTP requests, then organize code into a package and lint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venv/pip, core types (bool/int/float/str/list/dict), type hints, os.walk, json module,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Check Python and create a virtual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python3 --version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dependencies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pip install requests black flake8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Exercise core data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"""Demonstrate the built-in Python data types."""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Walk /etc, count files, emit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"""Walk /etc and print a JSON summary."""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Parse a JSON file with the json module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Call a public API with requests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"""Call a public test API and print selected fields."""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Python for System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Use a package module and apply PEP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~/pylab/helpers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for System Administration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venv isolates dependencies, requests loudly fails on bad HTTP, and black+flake8 enforce PEP 8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Work through Git end to end: init, commit, branch, merge, resolve conflicts, stash, tag, rewrite history with reset and rebase, and push/pull against a local bare remote.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working repo and a bare origin repo, then practice the full Git workflow from first commit through conflict resolution, rebasing, and remote push/pull.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git init/config, branch/merge --no-ff, conflict resolution, stash/tag, reset --soft/rebase, bare remote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Git and set identity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Initialise a repo and make the first commit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/root/lab &amp;&amp; cd /root/lab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Branch, modify, merge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switch -c feature/banner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Create and resolve a conflict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switch -c feature/edit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diff, stash, tag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"draft note" &gt;&gt; 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Rewrite history: reset and rebase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"oops" &gt; scratch.txt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Git 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Add a remote and push/pull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git init --bare /tmp/origin.git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Git Version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Git tracks history through commits and branches; merge/rebase integrate work and pull --rebase keeps a linear remote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04 · OBJ 4.5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Adopt a verify-before-paste workflow for AI-generated Linux commands: redact secrets before sending prompts to hosted models, lint and sandbox suggestions, weigh local vs hosted models, and draft a corporate AI usage policy.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a verification workspace, redact secrets in prompts, shellcheck and sandbox an AI-suggested command, and author a verification checklist plus an AI usage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verify-before-paste, secret redaction, local vs hosted LLMs, shellcheck, API key via env var, AI usage 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Set up a verification workspace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 &amp;&amp; apt install -y shellcheck jq curl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Try a local LLM (optional)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-fsSL https://ollama.com/install.sh | sh || echo "Ollama install skipped"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Hosted-API placeholder workflow with redaction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export LLM_API_KEY="REDACTED-EXAMPLE"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Verify an AI-suggested command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find /var/log -type f -printf '%s %p\n' 2&gt;/dev/null \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Build a verification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- [ ] Did I read every line of the suggested command/script?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Draft a corporate AI usage policy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- Local models on company hardware: allowed for internal, non-secret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Responsible AI Use for Linux Adm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Compare local vs hosted at a glance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Local model (Ollama, llamafile)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Responsible AI Use for Linux Administrators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Always verify before paste: redact secrets, shellcheck, sandbox, then run; choose local vs hosted models per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Automation, Orchestration, and Scripting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20: Infrastructure as Code with Ansible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21: Bash Scripting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22: Python for System Administration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23: Git Version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24: Responsible AI Use for Linux Administrators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DOMAIN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Objectives 5.1–5.5  ·  22% of the exam  ·  Labs 25–30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EXAM WEIGHTING 22%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Monitoring vocabulary (SLA/SLI/SLO) and tools (SNMP, Prometheus, node_exporter) establish a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Troubleshooting is a loop: baseline → reproduce → identify with the right counter → remediate → verify.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Storage/OS faults (ENOSPC, inode exhaustion, failed units) and network faults (DNS, routing, MTU) each have a signature.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Security faults (SELinux, ACLs, certs, lockout) and performance faults (CPU, memory, I/O) close out the domain.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25–26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Monitoring Concepts and Tools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Hardware, Storage, and OS Issues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27–28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Network Connectivity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Security Issues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29–30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Troubleshooting Performance Issues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Capstone: End-to-End Server Build and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Learn the monitoring vocabulary (SLA/SLO/SLI) and stand up a working monitoring stack to produce metrics, alerts, webhooks, health checks, and aggregated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SNMP, node_exporter, Prometheus and Alertmanager, then write and validate alert rules, test webhooks, and inspect journald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SLA vs SLO vs SLI, SNMP OID/MIB walk, Prometheus scrape config, node_exporter metrics endpoint, promtool check rules, webhook alerting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SNMP and walk the system MIB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and probe node_exporter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prometheus-node-exporter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Prometheus and scrape node_exporter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install -y 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Write and validate an alert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groups: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Simulate a webhook receiver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(nc -l -p 8000 -q 1 &gt;/tmp/webhook.log 2&gt;&amp;1 &amp;) ; sleep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Health check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-fsS http://localhost:9100/metrics &gt;/dev/null &amp;&amp; echo "node_exporter OK"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Monitoring Concepts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Log aggregation via journalctl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journalctl -u prometheus -n 20 --no-pager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Concepts and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node_exporter, Prometheus, and its health/ready endpoints all respond, and promtool confirms the alert rule is valid.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Deliberately inject common OS and storage failures then diagnose and repair each, keeping every breakage contained to loopback devices, throwaway units, or subshells.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Reproduce a full filesystem, inode exhaustion, GRUB validation, a runaway CPU process, a failed systemd unit, a broken PATH, and a memory leak, then fix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ENOSPC / df -h, inode exhaustion / df -i, grub-mkconfig validation, runaway process / top -bn1, failed systemd unit, broken PATH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fill a filesystem (ENOSPC)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/mnt/tinyfs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inode exhaustion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df -i /mnt/tinyfs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Validate a GRUB config without committing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grub-mkconfig -o /tmp/grub.cfg.new 2&gt;&amp;1 | tail -n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runaway CPU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bash -c 'while :; do :; done'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a failing systemd unit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[Unit]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 and recover a broken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( export PATH=/nonexistent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Troubleshooting Hardware, Storag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Simulate a memory leak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data = 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Hardware, Storage, and OS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fault is confirmed by the right counter (df, df -i, top, systemctl status, ps rss) and reversed cleanly without touching the host.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Break and repair the common network faults (DNS, routing, firewall, MTU, IP, link, dual-stack) while practicing the standard L3/L4 triage toolkit.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Baseline the host, then inject DNS, gateway, firewall, MTU, duplicate-IP, and link-down faults, and finish with IPv4/IPv6 and packet-capture triage.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ip addr / ip route baseline, resolv.conf / dig, default gateway, ufw port block, MTU / ping -M do, duplicate IP / arping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Baseline and install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DNS, then 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cp /etc/resolv.conf /tmp/resolv.conf.bak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default gateway, then revert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ORIG=$(ip route show 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firewall blocks a 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--force enable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MTU mismatch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IF=$(ip -br link | awk '$1!="lo" &amp;&amp; $2=="UP" {print $1; exit}')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duplicate IP and link 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IF=$(ip -br link | awk '$1!="lo" &amp;&amp; $2=="UP" {print $1; exit}')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Troubleshooting Network Connecti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IPv4 vs IPv6 and capture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curl -4 -s --max-time 3 https://ifconfig.co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single-variable fault produces its expected symptom and reverts cleanly, and IPv4/IPv6 plus capture tools confirm reachability.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Diagnose and repair security faults spanning SELinux contexts, POSIX ACLs, certificate trust, account lockout, broken repos, and weak TLS, using a Rocky container for the SELinux portion.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Pull a Rocky container for SELinux practice, then break and fix ACLs, CA trust, pam_faillock lockout, a bad apt repo, and weak TLS on the Ubuntu host.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SELinux context / chcon / restorecon, AVC denials / ausearch / audit2allow, POSIX ACL / getfacl / setfacl, CA trust / update-ca-certificates, pam_faillock lockout, apt repo / TLS s_client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Prep host and pull a Rocky container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SELinux context, then restorecon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exec selab bash -c 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Inspect AVC denials with audit2allow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docker exec selab bash -c 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ACL on Ubuntu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useradd -m alice 2&gt;/dev/null ||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certificate trust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mkdir -p /tmp/ca &amp;&amp; cd /tmp/ca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account lockout with pam_faillock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auth required pam_faillock.so preauth deny=3 unlock_time=120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Troubleshooting Security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Break: misconfigured apt repo and weak TLS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'deb http://no.such.host.invalid/ubuntu jammy main' &gt; /etc/apt/sources.list.d/broke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Security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restorecon fixes SELinux type, getfacl/setfacl explains hidden ACL denials, the CA trust bundle rebuilds, faillock resets, and modern TLS negotiates while TLS1.0 is refused.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5.5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Stress CPU, memory, disk I/O, and network in turn, then walk the universal performance loop: baseline, spike, identify the bottleneck with the right counter, and resolve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stress-ng, fio, and sysstat, baseline the host, then generate controlled CPU, memory, disk, and network spikes and attribute each to the right counter and PID.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baseline: uptime/free/vmstat/mpstat, stress-ng CPU spike / load average, memory pressure / vmstat si-so, fio disk storm / iostat -x, D-state / ping jitter, pidstat context switches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the toolkit and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Generate and observe a CPU spike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stress-ng --cpu 4 --timeout 30 &amp;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Memory pressure and swap behavior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free -m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Disk I/O storm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fio --name=lab --rw=randwrite --bs=4k --size=128M --runtime=20 --time_based \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Network jitter and blocked processes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ping -i 0.2 -c 20 8.8.8.8 | tail -n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Context switches and interactive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pidstat -w 1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Troubleshooting Performance Issu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Walk the full loop on a synthetic incident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echo "BASELINE:"; uptime; free -m | head -n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Troubleshooting Performance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spike maps to its diagnostic counter (load vs mpstat, si/so vs free, %util vs await) and the triage script shows baseline-to-recovery.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05 · OBJ Capstone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Integrate Objectives 1-5 into one coherent build: a hardened admin account, LVM storage, nginx with a systemd override, a locked firewall, a health-check timer, and git-versioned config, then inject a fault and triage it end-to-end.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Provision webops with hardened SSH, build LVM-backed /srv/web, deploy nginx, lock ufw to web ports, add a health-check timer, version /etc/nginx in git, then inject and remediate a disk-full 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hardened SSH / narrow sudo, LVM: pvcreate/vgcreate/lvcreate, systemd drop-in override, ufw default-deny allowlist, systemd timer health check, git-versioned /etc/nginx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Provision a user and harden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apt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Build LVM-backed /srv/web over loopback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dd if=/dev/zero of=/var/lab-pv.img bs=1M count=200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Install nginx with a systemd override binding /srv/web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rm -f /etc/nginx/sites-enabled/default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Firewall: allow only 80/443 and SSH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ufw --force reset &gt;/dev/null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5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Health-check script with a systemd timer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set -euo pipefail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Commit /etc/nginx to a local git repo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cd /etc/nginx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Capstone: End-to-End Server Buil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61B26"/>
                </a:solidFill>
                <a:latin typeface="Arial"/>
              </a:rPr>
              <a:t>Inject a fault and triage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794760"/>
            <a:ext cx="9235440" cy="8686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913632"/>
            <a:ext cx="8869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CDCFE"/>
                </a:solidFill>
                <a:latin typeface="Arial"/>
              </a:rPr>
              <a:t>$ systemctl stop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Capstone: End-to-End Server Build and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remediation curl returns the Capstone page with a 200, confirming the full build and the status/journal/sockets/storage/probe triage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25: Monitoring Concepts and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26: Troubleshooting Hardware, Storage, and OS Issues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27: Troubleshooting Network Connectivity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28: Troubleshooting Security Issues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29: Troubleshooting Performance Issues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Lab 30: Capstone: End-to-End Server Build and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8102E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Boot &amp; FHS, kernel modules, LVM storage, networking, shell, backup, virtualization.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Services &amp; User Management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Files, accounts, processes, packages, systemd services, containers.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Security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AAA/sudo/PAM, firewalls, OS &amp; account hardening, cryptography, compliance &amp; 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Automation &amp; Scripting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Ansible IaC, Bash, Python, Git version control, responsible AI 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Troubleshooting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Monitoring, and storage / network / security / performance triage.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Linux+ XK0-006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Redo every lab on Killercoda until the commands are automatic.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Review the 'Test it' takeaway in each lab and the Learner Guide.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Know which tool solves which problem — the exam is scenario-based (performance-based items).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exam has up to 90 questions (multiple-choice + performance-based) in 90 minutes.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Book the exam through Pearson VUE from your CompTIA account.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Sharpen your exam readiness with the Tertiary Infotech CompTIA Linux+ practice exam.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Practice exam: https://exams.tertiaryinfotech.com/practice-exams/comptia/comptia-linux-plus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Attempt it under timed conditions and review every explanation.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Revisit any lab whose domain you miss, then re-take the practice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(SAQ) — 1 hour.  Practical Performance (PP)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take the Assessment digital attendance (TRAQOM · SSG).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digital attendance — scan the SSG QR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ALL THE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administer Linux — and to sit the CompTIA Linux+ XK0-006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Certified Linux+ Training  ·  TGS-2024048316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